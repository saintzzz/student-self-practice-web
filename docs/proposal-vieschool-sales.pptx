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HỆ SINH THÁI GIÁO DỤC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F4F6FB"/>
                </a:solidFill>
                <a:latin typeface="Avenir Next"/>
              </a:rPr>
              <a:t>VieSchool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BA6C4"/>
                </a:solidFill>
                <a:latin typeface="Avenir Next"/>
              </a:rPr>
              <a:t>1 nền tảng - 3 sản phẩm - hỗ trợ lớp 1 đến lớp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vieschool.com  |  ea.vieschool.com  |  congcuso.vieschool.com  |  sochunhiem.vieschool.com</a:t>
            </a:r>
          </a:p>
        </p:txBody>
      </p:sp>
      <p:pic>
        <p:nvPicPr>
          <p:cNvPr id="7" name="Picture 6" descr="deck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4206240"/>
            <a:ext cx="380390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VẤN ĐỀ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Trường học Việt Nam đang thiếu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Học sinh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tiếng Anh nhàm chán - app quốc tế không theo SGK,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app nội địa thì xấu và khô.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Giáo viên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Mất hàng giờ soạn bài, ra đề, vẽ ma trận.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Công cụ rời rạc, không đồng bộ.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Ban giám hiệu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Sổ chủ nhiệm giấy khó tổng hợp, chậm báo cáo.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Dữ liệu lớp học phân tán.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Phụ huynh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biết con học gì, đến đâu.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Ngại app phức tạp cần cài đặt.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3 sản phẩm - 1 nền tảng VieSchool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English 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ea.vieschool.com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tiếng Anh cho học sinh.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5 vùng đất phiêu lưu + mascot Bé Heo,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4 vòng chơi, phát âm chấm điểm.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Hiện: Lớp 1-5 (cấp 1)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Lộ trình: mở rộng lớp 6-12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Công cụ số GV (TVC360)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congcuso.vieschool.com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12 công cụ soạn học liệu cho giáo viên: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ngân hàng câu hỏi, ma trận, đề thi,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xuất DOCX/PDF, AI hỗ trợ.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Bám CTGDPT 2018 (cập nhật TT 17/2025)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Dùng cho mọi cấp 1-3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Sổ Chủ Nhiệm Số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sochunhiem.vieschool.com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Số hóa công tác chủ nhiệm: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điểm danh, hạnh kiểm, sổ điểm,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thông báo phụ huynh, báo cáo BGH.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Điều lệ trường mới nhất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(Thông tư 15/2026/TT-BGDĐT)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 CHỦ LỰC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English Arena - học mà chơi, chơi mà học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1100+ từ vựng bám SGK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Phủ trọn Global Success lớp 1-5, mỗi từ có emoji,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giải thích tiếng Việt, ví dụ gần gũi.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4 vòng chơi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Nghe - chọn đáp án - ghép cặp - phát âm.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Đa dạng kỹ năng, không đơn điệu.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Gamification thật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Sao thưởng, huy hiệu, chuỗi ngày học, sticker.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Bé tự giác luyện tập.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Không cần cài đặt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Web app - mở link là chơi. Chơi thử ngay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cần tài khoản (1 vòng/lớp).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ĐIỂM MẠNH NHẤT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Đúng chương trình Việt - đẹp chuẩn quốc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4F6FB"/>
                </a:solidFill>
                <a:latin typeface="Avenir Next"/>
              </a:rPr>
              <a:t>Nội dung bám Global Success và CTGDPT 2018 (cập nhật Thông tư 17/2025) -</a:t>
            </a:r>
          </a:p>
          <a:p>
            <a:pPr algn="l"/>
            <a:r>
              <a:rPr sz="1800" b="0">
                <a:solidFill>
                  <a:srgbClr val="F4F6FB"/>
                </a:solidFill>
                <a:latin typeface="Avenir Next"/>
              </a:rPr>
              <a:t>   luyện trên app là học đúng điều đang học trên lớp.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Bám SGK Việt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App quốc tế (Duolingo, Khan) không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chương trình VN. App nội địa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SGK nhưng thiếu trải nghiệm.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VieSchool làm được cả hai.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Premium thật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UI/UX nghiên cứu cho trẻ 6-11 tuổi: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thế giới phiêu lưu, mascot, phần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thưởng - không phải form trắc nghiệm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xưa cũ.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Mô hình trường học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self-signup lộn xộn. Trường mua,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admin cấp tài khoản, giáo viên quản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lý lớp. Khách lẻ mua qua admin -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quy trình kiểm soát hoàn toàn.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VieSchool English Arena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03120"/>
                <a:gridCol w="2103120"/>
                <a:gridCol w="2103120"/>
                <a:gridCol w="210312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Monkey/VMonkey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Duolingo ABC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iOE truyền thống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Bám SGK VN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ĐÚNG - GS + CTGDPT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(riêng)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(khung iOE)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Trải nghiệm trẻ em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Thế giới phiêu lưu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Video + game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Tốt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Form trắc nghiệm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Phát âm chấm điểm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(mic)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Hạn chế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Không cần cài đặt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(web)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Cần app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Cần app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Web xưa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Nền tảng trường học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- lớp/GV/BGH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(thi cử)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Mở rộng cấp 2-3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Lộ trình 6-12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MÔ HÌNH KINH DOANH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Giá bán đề xuất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Guest - miễn phí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Chơi thử 1 vòng mỗi lớp.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cần tài khoản.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Mục tiêu: trải nghiệm thật →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chuyển đổi trả phí.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Phụ huynh - lẻ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199-299k/năm/học sinh.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Admin cấp acc sau khi mua.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Đủ 5 khối, đủ 4 vòng, lưu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tiến độ thật.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Trường học -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30-50k/học sinh/năm.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GV quản lý lớp, xem báo cáo.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Bundle: + TVC360 + Sổ CN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cho hợp đồng trường.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1: Đăng nhập hoặc chơi thử</a:t>
            </a:r>
          </a:p>
        </p:txBody>
      </p:sp>
      <p:pic>
        <p:nvPicPr>
          <p:cNvPr id="5" name="Picture 4" descr="deck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Mở ea.vieschool.com → đăng nhập bằng tài khoản được cấp,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hoặc "Chơi không cần tài khoản" để thử 1 vòng.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2: Chọn lớp trên bản đồ</a:t>
            </a:r>
          </a:p>
        </p:txBody>
      </p:sp>
      <p:pic>
        <p:nvPicPr>
          <p:cNvPr id="5" name="Picture 4" descr="deck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5 vùng đất = 5 khối lớp. Bé chọn đúng lớp mình đang học.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Sao và huy hiệu hiển thị ngay trên bản đồ.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3: Làm bài - 4 vòng</a:t>
            </a:r>
          </a:p>
        </p:txBody>
      </p:sp>
      <p:pic>
        <p:nvPicPr>
          <p:cNvPr id="5" name="Picture 4" descr="deck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Mỗi câu có emoji minh họa + giải thích tiếng Việt.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Tile chữ cái luôn 1 hàng - bé đọc được cả từ.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Giáo viên: TVC360</a:t>
            </a:r>
          </a:p>
        </p:txBody>
      </p:sp>
      <p:pic>
        <p:nvPicPr>
          <p:cNvPr id="5" name="Picture 4" descr="deck-tvc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congcuso.vieschool.com - demo: gv@demo.tvc / demo1234.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Soạn đề, ngân hàng câu hỏi, xuất DOCX/PDF.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Nhà trường: Sổ Chủ Nhiệm Số</a:t>
            </a:r>
          </a:p>
        </p:txBody>
      </p:sp>
      <p:pic>
        <p:nvPicPr>
          <p:cNvPr id="5" name="Picture 4" descr="deck-scn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sochunhiem.vieschool.com - demo theo role: gvcn@demo.scn,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bgh@demo.scn, phuhuynh@demo.scn / demo1234.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KIẾN TRÚC &amp; LỘ TRÌNH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1 nền tảng - đang hoàn thiện "1 tài khoản"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Kiến trúc hiện tại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vieschool.com - landing (Cloudflare Worker)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ea. - English Arena (Vite/React/Supabase)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congcuso. - TVC360 (Next.js 16)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sochunhiem. - Sổ CN (Next.js 16)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Chung Supabase project - dữ liệu tách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schema per app, RLS riêng từng bảng.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4864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Lộ trình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30 ngày: pilot 1-2 lớp, hoàn thiện demo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60 ngày: SSO chung (1 tài khoản xuyên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          3 app), dashboard phụ huynh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90 ngày: mở rộng English lớp 6-12,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          mua vieschool.vn, gói trường trọn bộ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