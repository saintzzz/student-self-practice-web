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HỆ SINH THÁI GIÁO DỤC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4F6FB"/>
                </a:solidFill>
                <a:latin typeface="Avenir Next"/>
              </a:rPr>
              <a:t>VieSchool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BA6C4"/>
                </a:solidFill>
                <a:latin typeface="Avenir Next"/>
              </a:rPr>
              <a:t>1 nền tảng - 3 sản phẩm - hỗ trợ lớp 1 đến lớp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6C4"/>
                </a:solidFill>
                <a:latin typeface="Avenir Next"/>
              </a:rPr>
              <a:t>vieschool.com  |  ea.vieschool.com  |  congcuso.vieschool.com  |  sochunhiem.vieschool.com</a:t>
            </a:r>
          </a:p>
        </p:txBody>
      </p:sp>
      <p:pic>
        <p:nvPicPr>
          <p:cNvPr id="7" name="Picture 6" descr="deck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420624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VẤN ĐỀ THỊ TRƯỜNG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Trường học Việt Nam đang thiếu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Học sinh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Luyện tiếng Anh nhàm chán - app quốc tế không theo SGK,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app nội địa thì xấu và khô.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Giáo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Mất hàng giờ soạn bài, ra đề, vẽ ma trận.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Công cụ rời rạc, không đồng bộ.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Ban giám hiệu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Sổ chủ nhiệm giấy khó tổng hợp, chậm báo cáo.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Dữ liệu lớp học phân tán.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Phụ huynh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Không biết con học gì, đến đâu.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Ngại app phức tạp cần cài đặt.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3 sản phẩm - 1 nền tảng VieSchool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42062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English 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ea.vieschool.com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Luyện tiếng Anh cho học sinh.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5 vùng đất phiêu lưu + mascot Bé Heo,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4 vòng chơi, phát âm chấm điểm.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Luyện đề + Thi thử 200 câu/30 phút,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đề bám format IOE theo khối.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Hiện: Lớp 1-5 (cấp 1)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Lộ trình: mở rộng lớp 6-12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657600" cy="42062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Công cụ số GV (TVC360)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congcuso.vieschool.com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12 công cụ soạn học liệu cho giáo viên: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ngân hàng câu hỏi, ma trận, đề thi,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xuất DOCX/PDF, AI hỗ trợ.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Bám CTGDPT 2018 (gồm sửa đổi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TT 17/2025 - LS, ĐL, GDCD)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Dùng cho mọi cấp 1-3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657600" cy="42062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Sổ Chủ Nhiệm Số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sochunhiem.vieschool.com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Số hóa công tác chủ nhiệm: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điểm danh, hạnh kiểm, sổ điểm,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thông báo phụ huynh, báo cáo BGH.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Theo Điều lệ trường mới nhất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(Thông tư 15/2026/TT-BGDĐT)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SẢN PHẨM CHỦ LỰC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English Arena - học mà chơi, chơi mà học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1100+ từ vựng bám SGK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Phủ trọn Global Success lớp 1-5, mỗi từ có emoji,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giải thích tiếng Việt, ví dụ gần gũi.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4 vòng chơi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Nghe - chọn đáp án - ghép cặp - phát âm.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Đa dạng kỹ năng, không đơn điệu.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Gamification thật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Sao thưởng, huy hiệu, chuỗi ngày học, sticker.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Bé tự giác luyện tập.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486400" cy="210312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Không cần cài đặt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Web app - mở link là chơi. Chơi thử ngay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không cần tài khoản (1 vòng/lớp).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ĐIỂM MẠNH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Đúng chương trình Việt - đẹp chuẩn quốc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6FB"/>
                </a:solidFill>
                <a:latin typeface="Avenir Next"/>
              </a:rPr>
              <a:t>Nội dung bám SGK Tiếng Anh Global Success theo CTGDPT 2018 -</a:t>
            </a:r>
          </a:p>
          <a:p>
            <a:pPr algn="l"/>
            <a:r>
              <a:rPr sz="1800" b="0">
                <a:solidFill>
                  <a:srgbClr val="F4F6FB"/>
                </a:solidFill>
                <a:latin typeface="Avenir Next"/>
              </a:rPr>
              <a:t>   luyện trên app là học đúng điều đang học trên lớp.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3657600" cy="23774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Bám SGK Việt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App quốc tế (Duolingo, Khan) không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theo chương trình VN. App nội địa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theo SGK nhưng thiếu trải nghiệm.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VieSchool làm được cả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34640"/>
            <a:ext cx="3657600" cy="23774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Premium thật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UI/UX nghiên cứu cho trẻ 6-11 tuổi: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thế giới phiêu lưu, mascot, phần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thưởng - không phải form trắc nghiệm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xưa cũ.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834640"/>
            <a:ext cx="3657600" cy="23774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Mô hình trường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Không self-signup lộn xộn. Trường mua,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admin cấp tài khoản, giáo viên quản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lý lớp. Khách lẻ mua qua admin -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quy trình kiểm soát hoàn toàn.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SO SÁNH ĐỐI THỦ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VieSchool English Arena vs các lựa chọn hiện có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4"/>
                          </a:solidFill>
                          <a:latin typeface="Avenir Next"/>
                        </a:rPr>
                        <a:t>Tiêu chí</a:t>
                      </a:r>
                    </a:p>
                  </a:txBody>
                  <a:tcPr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4"/>
                          </a:solidFill>
                          <a:latin typeface="Avenir Next"/>
                        </a:rPr>
                        <a:t>English Arena</a:t>
                      </a:r>
                    </a:p>
                  </a:txBody>
                  <a:tcPr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4"/>
                          </a:solidFill>
                          <a:latin typeface="Avenir Next"/>
                        </a:rPr>
                        <a:t>Monkey/VMonkey</a:t>
                      </a:r>
                    </a:p>
                  </a:txBody>
                  <a:tcPr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4"/>
                          </a:solidFill>
                          <a:latin typeface="Avenir Next"/>
                        </a:rPr>
                        <a:t>Duolingo ABC</a:t>
                      </a:r>
                    </a:p>
                  </a:txBody>
                  <a:tcPr>
                    <a:solidFill>
                      <a:srgbClr val="F2C9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1224"/>
                          </a:solidFill>
                          <a:latin typeface="Avenir Next"/>
                        </a:rPr>
                        <a:t>iOE truyền thống</a:t>
                      </a:r>
                    </a:p>
                  </a:txBody>
                  <a:tcPr>
                    <a:solidFill>
                      <a:srgbClr val="F2C9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Bám SGK VN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ĐÚNG - GS + CTGDPT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(riêng)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Không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(khung iOE)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Trải nghiệm trẻ em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Thế giới phiêu lưu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Video + game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Tốt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Form trắc nghiệm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Phát âm chấm điểm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(mic)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Hạn chế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Không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Không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Không cần cài đặt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(web)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Cần app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Cần app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Web xưa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Nền tảng trường học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- lớp/GV/BGH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Không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Không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 (thi cử)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6FB"/>
                          </a:solidFill>
                          <a:latin typeface="Avenir Next"/>
                        </a:rPr>
                        <a:t>Mở rộng cấp 2-3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Lộ trình 6-12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4F6FB"/>
                          </a:solidFill>
                          <a:latin typeface="Avenir Next"/>
                        </a:rPr>
                        <a:t>Có</a:t>
                      </a:r>
                    </a:p>
                  </a:txBody>
                  <a:tcPr>
                    <a:solidFill>
                      <a:srgbClr val="121B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MÔ HÌNH KINH DOANH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Giá bán đề xuất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384048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Guest - miễn phí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Chơi thử 1 vòng mỗi lớp.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Không cần tài khoản.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Mục tiêu: trải nghiệm thật →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chuyển đổi trả phí.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657600" cy="384048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Phụ huynh - lẻ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199-299k/năm/học sinh.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Admin cấp acc sau khi mua.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Đủ 5 khối, đủ 4 vòng, lưu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tiến độ thật.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657600" cy="384048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Trường học -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30-50k/học sinh/năm.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GV quản lý lớp, xem báo cáo.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Bundle: + TVC360 + Sổ CN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cho hợp đồng trường.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Bước 1: Đăng nhập hoặc chơi thử</a:t>
            </a:r>
          </a:p>
        </p:txBody>
      </p:sp>
      <p:pic>
        <p:nvPicPr>
          <p:cNvPr id="5" name="Picture 4" descr="deck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453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Mở ea.vieschool.com → đăng nhập bằng tài khoản được cấp,</a:t>
            </a:r>
          </a:p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hoặc "Chơi không cần tài khoản" để thử 1 vòng.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Bước 2: Chọn lớp trên bản đồ</a:t>
            </a:r>
          </a:p>
        </p:txBody>
      </p:sp>
      <p:pic>
        <p:nvPicPr>
          <p:cNvPr id="5" name="Picture 4" descr="deck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453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5 vùng đất = 5 khối lớp. Bé chọn đúng lớp mình đang học.</a:t>
            </a:r>
          </a:p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Sao và huy hiệu hiển thị ngay trên bản đồ.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Bước 3: Làm bài - 4 vòng</a:t>
            </a:r>
          </a:p>
        </p:txBody>
      </p:sp>
      <p:pic>
        <p:nvPicPr>
          <p:cNvPr id="5" name="Picture 4" descr="deck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453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Mỗi câu có emoji minh họa + giải thích tiếng Việt.</a:t>
            </a:r>
          </a:p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Tile chữ cái luôn 1 hàng - bé đọc được cả từ.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Giáo viên: TVC360</a:t>
            </a:r>
          </a:p>
        </p:txBody>
      </p:sp>
      <p:pic>
        <p:nvPicPr>
          <p:cNvPr id="5" name="Picture 4" descr="deck-tvc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453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congcuso.vieschool.com - demo: gv@demo.tvc / ********.</a:t>
            </a:r>
          </a:p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Soạn đề, ngân hàng câu hỏi, xuất DOCX/PDF.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HƯỚNG DẪN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Nhà trường: Sổ Chủ Nhiệm Số</a:t>
            </a:r>
          </a:p>
        </p:txBody>
      </p:sp>
      <p:pic>
        <p:nvPicPr>
          <p:cNvPr id="5" name="Picture 4" descr="deck-scn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4530"/>
            <a:ext cx="6766560" cy="4229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sochunhiem.vieschool.com - demo theo role: gvcn@demo.scn,</a:t>
            </a:r>
          </a:p>
          <a:p>
            <a:pPr algn="l"/>
            <a:r>
              <a:rPr sz="1500" b="0">
                <a:solidFill>
                  <a:srgbClr val="F4F6FB"/>
                </a:solidFill>
                <a:latin typeface="Avenir Next"/>
              </a:rPr>
              <a:t>bgh@demo.scn, phuhuynh@demo.scn / ********.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C957"/>
                </a:solidFill>
                <a:latin typeface="Avenir Next"/>
              </a:rPr>
              <a:t>KIẾN TRÚC &amp; LỘ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6FB"/>
                </a:solidFill>
                <a:latin typeface="Avenir Next"/>
              </a:rPr>
              <a:t>1 nền tảng - đang hoàn thiện "1 tài khoản"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42062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Kiến trúc hiện tại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vieschool.com - landing (Cloudflare Worker)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ea. - English Arena (Vite/React/Supabase)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congcuso. - TVC360 (Next.js 16)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sochunhiem. - Sổ CN (Next.js 16)</a:t>
            </a:r>
          </a:p>
          <a:p>
            <a:pPr algn="l"/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Chung Supabase project - dữ liệu tách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schema per app, RLS riêng từng bảng.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486400" cy="4206240"/>
          </a:xfrm>
          <a:prstGeom prst="roundRect">
            <a:avLst/>
          </a:prstGeom>
          <a:solidFill>
            <a:srgbClr val="121B33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C957"/>
                </a:solidFill>
                <a:latin typeface="Avenir Next"/>
              </a:rPr>
              <a:t>Lộ trình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30 ngày: pilot 1-2 lớp, hoàn thiện demo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60 ngày: SSO chung (1 tài khoản xuyên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          3 app), dashboard phụ huynh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90 ngày: mở rộng English lớp 6-12,</a:t>
            </a:r>
          </a:p>
          <a:p>
            <a:pPr algn="l"/>
            <a:r>
              <a:rPr sz="1200" b="0">
                <a:solidFill>
                  <a:srgbClr val="F4F6FB"/>
                </a:solidFill>
                <a:latin typeface="Avenir Next"/>
              </a:rPr>
              <a:t>          mua vieschool.vn, gói trường trọn bộ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