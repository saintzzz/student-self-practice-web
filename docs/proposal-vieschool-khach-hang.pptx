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TÀI LIỆU GIỚI THIỆU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Hệ sinh thái số cho trường học Việt Nam</a:t>
            </a:r>
          </a:p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Một nền tảng - ba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| ea.vieschool.com | congcuso.vieschool.com | sochunhiem.vieschool.com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BA6C4"/>
                </a:solidFill>
                <a:latin typeface="Avenir Next"/>
              </a:rPr>
              <a:t>Dành cho nhà trường, giáo viên và phụ huynh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VIESCHOOL LÀ GÌ?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3 sản phẩm - 1 hệ sinh thái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Vận hành độc lập nhưng cùng một nhận diện và tài khoản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651760"/>
                <a:gridCol w="3657600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Sản phẩm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Địa chỉ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Dành cho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Nội dung chính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ea.vieschool.com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 lớp 1-5 (lộ trình 6-12)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Luyện tiếng Anh bám SGK Global Success qua hành trình phiêu lưu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Công cụ số 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congcuso.vieschool.com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các cấp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 biên soạn học liệu theo CTGDPT 2018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sochunhiem.vieschool.com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trường, GVCN, BGH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Số hóa công tác chủ nhiệm theo Điều lệ trường mới nhất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1100+ từ vựng bám SGK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Phủ Global Success lớp 1-5, mỗi từ có hình minh họa,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giải thích tiếng Việt, câu ví dụ được kiểm duyệt ngữ pháp.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4 vòng chơi mỗi bài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Nghe - chọn đáp án - ghép cặp - phát âm có chấm điểm.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Giọng đọc rõ, tốc độ chậm phù hợp trẻ nhỏ.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Phản hồi học tập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Trả lời sai vẫn được giải thích: đáp án đã chọn,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đáp án đúng kèm nghĩa tiếng Việt - bé hiểu vì sao.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An toàn &amp; quản lý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Username + PIN do giáo viên cấp, học sinh tự đổi PIN.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quảng cáo, không thu thập liên hệ trẻ 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vs các lựa chọn hiện có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Bảng so sánh trung thực - gồm cả điểm đối thủ làm tốt hơn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2834640"/>
                <a:gridCol w="2834640"/>
              </a:tblGrid>
              <a:tr h="65314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quốc tế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(Duolingo, Khan Kids)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nội địa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(Monkey, VioEdu)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Bám SGK Việt Nam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Trọn Global Success lớp 1-5,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mỗi từ gắn đúng bài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theo chương trình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chương trình chung,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bám từng unit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lưu, mascot,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sao - huy hiệu - sticker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Rất tốt - đồ họa đầu tư lớn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form trắc nghiệm, UI khô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Kỹ năng luyện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Nghe - đọc - ghép cặp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phát âm chấm điểm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Nghe - đọc - nói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(chấm phát âm tốt)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Chủ yếu đọc/nghe trắc nghiệm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Mô hình trường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cấp tài khoản,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GV quản lý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 quản lý lớp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kiểu trường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Một số có,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thường phức tạp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chơi thử;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gói gia đình + gói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 (thu bằng USD)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Trung bình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Chỉ tiếng Anh, mới phủ lớp 1-5;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vốn từ nhỏ hơn app quốc tế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2743200"/>
                <a:gridCol w="2743200"/>
              </a:tblGrid>
              <a:tr h="7680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TVC360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MagicSchool (Mỹ)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Azota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Chương trình áp dụng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CTGDPT 2018 (gồm sửa đổi của TT 17/2025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cho Lịch sử, Địa lí, GDCD), gắn mã YCCĐ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Mỹ - không áp cho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cấu trúc đề thi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 công cụ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cụ: ngân hàng câu hỏi,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ma trận, đề thi, kế hoạch bài dạy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60+ công cụ nhưng toàn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tiếng Anh, prompt Mỹ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Chấm điểm, ngân hàng đề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mạnh về thi cử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Xuất tài liệu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có công thức toán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Word-native +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Text / copy-paste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/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Ngân hàng câu hỏi cộng đồng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nhỏ hơn Azota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834640"/>
                <a:gridCol w="2834640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Hệ MIS lớn (vnEdu, SMAS)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giấy / Excel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Tập trung đúng công tác chủ nhiệm: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danh, hạnh kiểm, sổ điểm,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thông báo PH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MIS toàn trường: học phí,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nhân sự, tài chính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Thủ công, dễ sai lệch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Độ khó triển khai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Mở trình duyệt là dùng;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demo trong 5 phút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Triển khai dài, cần đào tạo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cần triển khai nhưng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tốn công hàng ngày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quy định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Điều lệ trường mới nhất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(TT 15/2026/TT-BGDĐT)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cập nhật chậm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Tính theo học sinh, phù hợp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vừa và nhỏ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Đắt, gói lớn bắt buộc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nhưng tốn công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thay thế MIS toàn trường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(chưa có học phí, nhân sự)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ea.vieschool.com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Mở ea.vieschool.com từ trình duyệt bất kỳ - không cần cài đặt.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Chưa có tài khoản: nhấn 'Chơi không cần tài khoản' - 1 vòng miễn phí mỗi lớp.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Học sinh: đăng nhập username + PIN do giáo viên cấp, tự đổi PIN khi cần.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Quản trị: tạo tài khoản học sinh, gán phạm vi lớp, xem tiến độ.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645920"/>
                <a:gridCol w="502920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Username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PIN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demo_admin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trị: tạo tài khoản, gán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demo_hs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 lớp 1-5, đủ 4 vòng, lưu tiến độ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Khách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 vòng miễn phí mỗi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- congcuso.vieschool.com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Đăng nhập bằng email + mật khẩu; đổi mật khẩu ngay trong tài khoản.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Giáo viên: chọn công cụ (ngân hàng câu hỏi, ma trận, đề thi...) - nhập yêu cầu - tạo nội dung.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Kiểm định: duyệt nội dung trước khi công khai trong thư viện chung.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Mật khẩu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admin@demo.tvc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Kiểm định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kd@demo.tvc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- sochunhiem.vieschool.com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Đăng nhập email + mật khẩu - hệ thống tự vào đúng màn hình theo vai trò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2194560"/>
                <a:gridCol w="33832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Ban giám hiệu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bgh@demo.scn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Tổ trưởng CM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totruong@demo.scn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Phó hiệu trưởng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pht@demo.scn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Kế toán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ketoan@demo.scn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chủ nhiệm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gvcn@demo.scn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hocsinh@demo.scn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bộ môn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gvbm@demo.scn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Phụ huynh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phuhuynh@demo.scn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Sở GD&amp;ĐT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sogd@demo.scn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BA6C4"/>
                </a:solidFill>
                <a:latin typeface="Avenir Next"/>
              </a:rPr>
              <a:t>Mật khẩu chung tất cả tài khoản demo: demo1234  |  Kịch bản 10 phút: vieschool.com → chơi thử English Arena → login TVC360 → login Sổ CN theo vai trò.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6858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Khách (Guest)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Miễn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Chơi thử 1 vòng mỗi lớp, không cần tài khoản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Gia đình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249.000đ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khối, đủ 4 vòng, lưu tiến độ và thành tích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30.000 - 50.000đ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quy mô; kèm console quản lý lớp và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lẻ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12 công cụ, xuất DOCX/PDF không giới hạn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Từ 10 giáo viên; kèm luồng kiểm định nội bộ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+ gói trọn bộ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15.000 - 25.000đ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quy mô trường; đủ module chủ nhiệm, điểm, hạnh kiểm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Gói trọn bộ: trường dùng đồng thời cả 3 sản phẩm được giá bundle ưu đãi - báo giá cụ thể theo số lượng học sinh và giáo viên.</a:t>
            </a:r>
          </a:p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Mọi gói gồm: hỗ trợ triển khai ban đầu, hướng dẫn sử dụng, bảo hành tính năng trong thời hạn gói.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VÌ SAO CHỌN VIESCHOOL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Đúng chương trình Việt - trải nghiệm chuẩn quốc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Đúng chương trình VN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SGK Tiếng Anh Global Success theo CTGDPT 2018.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trên app là học đúng điều đang học trên lớp.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 trong một hệ sinh thái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Một nền tảng thay ba ứng dụng rời rạc - cùng nhận diện,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cùng đội hỗ trợ, cùng một hợp đồng.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Trọng tâm là trẻ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quảng cáo, không chat công khai. Nút chạm lớn,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giọng đọc chậm rõ, giải thích tiếng Việt khi trả lời sai.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Theo kịp quy định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và công cụ giáo viên cập nhật theo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Điều lệ trường và thông tư mới nhất.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4F6FB"/>
                </a:solidFill>
                <a:latin typeface="Avenir Next"/>
              </a:rPr>
              <a:t>Trải nghiệm ngay hôm nay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vieschool.com</a:t>
            </a:r>
          </a:p>
          <a:p>
            <a:pPr algn="l"/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Đội ngũ VieSchool hỗ trợ demo trực tiếp tại trường hoặc online.</a:t>
            </a:r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Tài khoản demo ở mục Hướng dẫn sử dụng - đăng nhập như người dùng thật.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